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1887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868680" y="3886200"/>
            <a:ext cx="54864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069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7FB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notes in. Jira stories out — in your team's voice.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2296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Demo  ·  18 June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12096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6537960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04704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51008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97312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43616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0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36224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82528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28832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75136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21440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48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1280160"/>
            <a:ext cx="10058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</a:t>
            </a:r>
            <a:endParaRPr lang="en-US" sz="17000" dirty="0"/>
          </a:p>
        </p:txBody>
      </p:sp>
      <p:sp>
        <p:nvSpPr>
          <p:cNvPr id="16" name="Text 14"/>
          <p:cNvSpPr/>
          <p:nvPr/>
        </p:nvSpPr>
        <p:spPr>
          <a:xfrm>
            <a:off x="822960" y="3931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turn one meeting into Jira-ready stories.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22960" y="4663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Multiplied across every BA. Every sprint. Every team.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12096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04704" y="6537960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51008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97312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43616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0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36224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82528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28832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75136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21440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48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1280160"/>
            <a:ext cx="10058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seconds.</a:t>
            </a:r>
            <a:endParaRPr lang="en-US" sz="17000" dirty="0"/>
          </a:p>
        </p:txBody>
      </p:sp>
      <p:sp>
        <p:nvSpPr>
          <p:cNvPr id="16" name="Text 14"/>
          <p:cNvSpPr/>
          <p:nvPr/>
        </p:nvSpPr>
        <p:spPr>
          <a:xfrm>
            <a:off x="822960" y="3931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notes. Same quality. One click.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22960" y="4663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→ generate → push to Jira. Done.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12096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04704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51008" y="6537960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97312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43616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0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36224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82528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28832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75136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21440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18304" y="1554480"/>
            <a:ext cx="2743200" cy="27432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155448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0" dirty="0"/>
          </a:p>
        </p:txBody>
      </p:sp>
      <p:sp>
        <p:nvSpPr>
          <p:cNvPr id="16" name="Text 14"/>
          <p:cNvSpPr/>
          <p:nvPr/>
        </p:nvSpPr>
        <p:spPr>
          <a:xfrm>
            <a:off x="457200" y="44805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457200" y="53492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FB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ai-ba-copilot.streamlit.app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12096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04704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51008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97312" y="6537960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43616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0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36224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82528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28832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75136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21440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48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JUST SAW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960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click. Six things happened.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37360" y="212140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cleaned &amp; scored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0" y="2011680"/>
            <a:ext cx="731520" cy="7315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315200" y="212140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user stories written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22960" y="3291840"/>
            <a:ext cx="731520" cy="7315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291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737360" y="340156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self-validated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400800" y="3291840"/>
            <a:ext cx="731520" cy="7315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291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315200" y="340156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dependencies flagged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822960" y="4572000"/>
            <a:ext cx="731520" cy="7315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572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1737360" y="468172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test cases generated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6400800" y="4572000"/>
            <a:ext cx="731520" cy="7315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4572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315200" y="468172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points estimated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…then pushed straight to Jira →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12096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04704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51008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97312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43616" y="6537960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0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36224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82528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28832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75136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21440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48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1 — RAG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960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writes like YOUR team.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2296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52 of our real Jira stories. It learns our language before writing.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2286000"/>
            <a:ext cx="5394960" cy="3566160"/>
          </a:xfrm>
          <a:prstGeom prst="rect">
            <a:avLst>
              <a:gd name="adj" fmla="val 3077"/>
            </a:avLst>
          </a:prstGeom>
          <a:solidFill>
            <a:srgbClr val="FDECEA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468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Generic AI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3108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guessed as: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5204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"customer support representative"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5029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for a payment feature.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92240" y="2286000"/>
            <a:ext cx="5394960" cy="3566160"/>
          </a:xfrm>
          <a:prstGeom prst="rect">
            <a:avLst>
              <a:gd name="adj" fmla="val 3077"/>
            </a:avLst>
          </a:prstGeom>
          <a:solidFill>
            <a:srgbClr val="EAFAF1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2468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RAG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675120" y="3108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corrected to: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75120" y="35204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"registered customer"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675120" y="5029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actual convention + our checkout terms.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12096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04704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51008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97312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43616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0" y="6537960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36224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82528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28832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75136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21440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48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2 — MCP SERVER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960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tool → to infrastructure.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2296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the whole engine so ANY AI agent can call it — autonomously.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2468880"/>
            <a:ext cx="3520440" cy="3108960"/>
          </a:xfrm>
          <a:prstGeom prst="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74320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🧠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822960" y="37947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05840" y="43434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— decide what to build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60520" y="36576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FB3D5"/>
                </a:solidFill>
              </a:rPr>
              <a:t>→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4617720" y="2468880"/>
            <a:ext cx="3520440" cy="3108960"/>
          </a:xfrm>
          <a:prstGeom prst="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74320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🔌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4617720" y="37947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800600" y="43434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— standard protocol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955280" y="36576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FB3D5"/>
                </a:solidFill>
              </a:rPr>
              <a:t>→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8412480" y="2468880"/>
            <a:ext cx="3520440" cy="3108960"/>
          </a:xfrm>
          <a:prstGeom prst="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0" y="274320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🛠️</a:t>
            </a:r>
            <a:endParaRPr lang="en-US" sz="4800" dirty="0"/>
          </a:p>
        </p:txBody>
      </p:sp>
      <p:sp>
        <p:nvSpPr>
          <p:cNvPr id="29" name="Text 27"/>
          <p:cNvSpPr/>
          <p:nvPr/>
        </p:nvSpPr>
        <p:spPr>
          <a:xfrm>
            <a:off x="8412480" y="37947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Copilot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595360" y="43434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hands — generate &amp; push to Jira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clicking buttons. It plugs into a wider AI ecosystem.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12096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04704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51008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97312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43616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0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36224" y="6537960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82528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28832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75136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21440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48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960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each BA writes 10 stories a sprint…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2194560"/>
            <a:ext cx="3520440" cy="329184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2194560"/>
            <a:ext cx="3520440" cy="1371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651760"/>
            <a:ext cx="3520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240×</a:t>
            </a:r>
            <a:endParaRPr lang="en-US" sz="84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17720" y="2194560"/>
            <a:ext cx="3520440" cy="329184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2194560"/>
            <a:ext cx="3520440" cy="1371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2651760"/>
            <a:ext cx="3520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20h</a:t>
            </a:r>
            <a:endParaRPr lang="en-US" sz="8400" dirty="0"/>
          </a:p>
        </p:txBody>
      </p:sp>
      <p:sp>
        <p:nvSpPr>
          <p:cNvPr id="23" name="Text 21"/>
          <p:cNvSpPr/>
          <p:nvPr/>
        </p:nvSpPr>
        <p:spPr>
          <a:xfrm>
            <a:off x="4617720" y="44805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/ BA / sprint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412480" y="2194560"/>
            <a:ext cx="3520440" cy="329184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0" y="2194560"/>
            <a:ext cx="3520440" cy="1371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2651760"/>
            <a:ext cx="3520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400" dirty="0"/>
          </a:p>
        </p:txBody>
      </p:sp>
      <p:sp>
        <p:nvSpPr>
          <p:cNvPr id="27" name="Text 25"/>
          <p:cNvSpPr/>
          <p:nvPr/>
        </p:nvSpPr>
        <p:spPr>
          <a:xfrm>
            <a:off x="8412480" y="44805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team's voice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2960" y="5760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day, per BA, every two weeks — in stories that don't need rewriting.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12096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04704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51008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97312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43616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0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36224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82528" y="6537960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28832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75136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21440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48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DIFFERENT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960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ChatGPT with a Jira button.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822960" y="2103120"/>
            <a:ext cx="5394960" cy="3931920"/>
          </a:xfrm>
          <a:prstGeom prst="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286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28803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draft, no quality enforcement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44728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 split &amp; format manually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401421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Generic, not your terminology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458114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 create Jira tickets by hand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514807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risks, tests, or estimates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92240" y="2103120"/>
            <a:ext cx="5394960" cy="3931920"/>
          </a:xfrm>
          <a:prstGeom prst="rect">
            <a:avLst>
              <a:gd name="adj" fmla="val 279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2286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B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 Copilot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675120" y="28803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Hardened prompts + quality rules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75120" y="33832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Always 2 clean, separate stories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75120" y="38862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RAG = your team's voice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75120" y="4389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One-click Jira push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75120" y="4892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Risks, tests, points — included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675120" y="5394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Callable by any AI agent (MCP)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12096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04704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51008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97312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43616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0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36224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82528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28832" y="6537960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75136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21440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48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960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RAG makes it yours.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822960" y="2560320"/>
            <a:ext cx="2468880" cy="2377440"/>
          </a:xfrm>
          <a:prstGeom prst="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7889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📥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60120" y="36576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past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stories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54680" y="33832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FB3D5"/>
                </a:solidFill>
              </a:rPr>
              <a:t>→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3657600" y="2560320"/>
            <a:ext cx="2468880" cy="2377440"/>
          </a:xfrm>
          <a:prstGeom prst="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27889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🧠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3794760" y="36576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memory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89320" y="33832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FB3D5"/>
                </a:solidFill>
              </a:rPr>
              <a:t>→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6492240" y="2560320"/>
            <a:ext cx="2468880" cy="2377440"/>
          </a:xfrm>
          <a:prstGeom prst="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27889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🔍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6629400" y="36576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notes find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past stories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823960" y="33832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FB3D5"/>
                </a:solidFill>
              </a:rPr>
              <a:t>→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9326880" y="2560320"/>
            <a:ext cx="2468880" cy="2377440"/>
          </a:xfrm>
          <a:prstGeom prst="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26880" y="27889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✍️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9464040" y="36576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using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patterns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" y="5486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local embeddings — no extra cost, no data leaves the stack.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12096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04704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51008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97312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43616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0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36224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82528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28832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75136" y="6537960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21440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48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960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heading.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1280160" y="3657600"/>
            <a:ext cx="969264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5568" y="3520440"/>
            <a:ext cx="329184" cy="32918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-91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-91440" y="2834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· RAG · MCP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-91440" y="402336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cloud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to Jira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90288" y="3520440"/>
            <a:ext cx="329184" cy="32918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2834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Efficiency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3383280" y="402336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~45% fewer LLM calls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quality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65008" y="3520440"/>
            <a:ext cx="329184" cy="329184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0" y="2834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Platform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858000" y="402336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into our wider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ecosystem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12096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04704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51008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97312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43616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0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36224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82528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28832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75136" y="6537960"/>
            <a:ext cx="82296" cy="82296"/>
          </a:xfrm>
          <a:prstGeom prst="ellipse">
            <a:avLst/>
          </a:prstGeom>
          <a:solidFill>
            <a:srgbClr val="3B5A7A"/>
          </a:solidFill>
          <a:ln w="12700">
            <a:solidFill>
              <a:srgbClr val="3B5A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21440" y="6537960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192024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</a:t>
            </a:r>
            <a:endParaRPr lang="en-US" sz="10000" dirty="0"/>
          </a:p>
        </p:txBody>
      </p:sp>
      <p:sp>
        <p:nvSpPr>
          <p:cNvPr id="15" name="Shape 13"/>
          <p:cNvSpPr/>
          <p:nvPr/>
        </p:nvSpPr>
        <p:spPr>
          <a:xfrm>
            <a:off x="868680" y="3474720"/>
            <a:ext cx="54864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703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7FB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make this useful for YOUR work?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FB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ai-ba-copilot.streamlit.app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2026-06-15T12:49:55Z</dcterms:created>
  <dcterms:modified xsi:type="dcterms:W3CDTF">2026-06-15T12:49:55Z</dcterms:modified>
</cp:coreProperties>
</file>